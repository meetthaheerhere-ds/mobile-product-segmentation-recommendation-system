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1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2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0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6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6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6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4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6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5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000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90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9026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65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64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5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📱 Mobile Product Segmentation &amp; Recommendation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91918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Mini Project Presentation</a:t>
            </a:r>
            <a:br>
              <a:rPr dirty="0"/>
            </a:br>
            <a:br>
              <a:rPr dirty="0"/>
            </a:br>
            <a:r>
              <a:rPr dirty="0"/>
              <a:t>Presented By:</a:t>
            </a:r>
            <a:br>
              <a:rPr dirty="0"/>
            </a:br>
            <a:r>
              <a:rPr dirty="0"/>
              <a:t>Thaheer</a:t>
            </a:r>
            <a:br>
              <a:rPr dirty="0"/>
            </a:br>
            <a:r>
              <a:rPr dirty="0"/>
              <a:t>Course: Data Science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📌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Thousands of smartphones are available with different features and pricing.</a:t>
            </a:r>
            <a:br/>
            <a:r>
              <a:t>• Customers struggle to identify suitable products.</a:t>
            </a:r>
            <a:br/>
            <a:r>
              <a:t>• Businesses need better segmentation and recommendation strategies.</a:t>
            </a:r>
            <a:br/>
            <a:r>
              <a:t>• Manual analysis of mobile reviews is inefficient.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🎯 Objective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Analyze mobile product review dataset</a:t>
            </a:r>
            <a:br/>
            <a:r>
              <a:t>• Perform data preprocessing and cleaning</a:t>
            </a:r>
            <a:br/>
            <a:r>
              <a:t>• Generate insights using EDA</a:t>
            </a:r>
            <a:br/>
            <a:r>
              <a:t>• Segment products using K-Means Clustering</a:t>
            </a:r>
            <a:br/>
            <a:r>
              <a:t>• Recommend similar mobile products</a:t>
            </a:r>
            <a:br/>
            <a:r>
              <a:t>• Build interactive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🛠️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Python → Data Processing &amp; Machine Learning</a:t>
            </a:r>
            <a:br/>
            <a:r>
              <a:t>Pandas &amp; NumPy → Data Analysis</a:t>
            </a:r>
            <a:br/>
            <a:r>
              <a:t>Scikit-learn → Clustering &amp; Recommendation</a:t>
            </a:r>
            <a:br/>
            <a:r>
              <a:t>Matplotlib &amp; Seaborn → Data Visualization</a:t>
            </a:r>
            <a:br/>
            <a:r>
              <a:t>Streamlit → Dashboard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📂 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Dataset Contains:</a:t>
            </a:r>
            <a:br/>
            <a:br/>
            <a:r>
              <a:t>• Mobile Brands</a:t>
            </a:r>
            <a:br/>
            <a:r>
              <a:t>• Product Ratings</a:t>
            </a:r>
            <a:br/>
            <a:r>
              <a:t>• Battery Ratings</a:t>
            </a:r>
            <a:br/>
            <a:r>
              <a:t>• Camera Ratings</a:t>
            </a:r>
            <a:br/>
            <a:r>
              <a:t>• Performance Ratings</a:t>
            </a:r>
            <a:br/>
            <a:r>
              <a:t>• Customer Sentiment</a:t>
            </a:r>
            <a:br/>
            <a:r>
              <a:t>• Product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🧹 Data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Missing value handling</a:t>
            </a:r>
            <a:br/>
            <a:r>
              <a:t>• Duplicate removal</a:t>
            </a:r>
            <a:br/>
            <a:r>
              <a:t>• Feature selection</a:t>
            </a:r>
            <a:br/>
            <a:r>
              <a:t>• Data cleaning</a:t>
            </a:r>
            <a:br/>
            <a:r>
              <a:t>• Feature scaling using StandardScaler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📊 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EDA Visualizations Performed:</a:t>
            </a:r>
            <a:br/>
            <a:br/>
            <a:r>
              <a:t>• Brand Distribution</a:t>
            </a:r>
            <a:br/>
            <a:r>
              <a:t>• Sentiment Distribution</a:t>
            </a:r>
            <a:br/>
            <a:r>
              <a:t>• Correlation Heatmap</a:t>
            </a:r>
            <a:br/>
            <a:r>
              <a:t>• Rating Analysis</a:t>
            </a:r>
            <a:br/>
            <a:r>
              <a:t>• Price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🤖 K-Means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Products were segmented into 4 clusters:</a:t>
            </a:r>
            <a:br/>
            <a:br/>
            <a:r>
              <a:t>Cluster 0 → Mid-Range Mobiles</a:t>
            </a:r>
            <a:br/>
            <a:r>
              <a:t>Cluster 1 → Premium High-Performance Mobiles</a:t>
            </a:r>
            <a:br/>
            <a:r>
              <a:t>Cluster 2 → Low Satisfaction Segment</a:t>
            </a:r>
            <a:br/>
            <a:r>
              <a:t>Cluster 3 → Ultra Premium Segment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🔍 Recommendation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Cosine Similarity was used to recommend similar smartphones based on:</a:t>
            </a:r>
            <a:br/>
            <a:br/>
            <a:r>
              <a:t>• Ratings</a:t>
            </a:r>
            <a:br/>
            <a:r>
              <a:t>• Battery Performance</a:t>
            </a:r>
            <a:br/>
            <a:r>
              <a:t>• Camera Quality</a:t>
            </a:r>
            <a:br/>
            <a:r>
              <a:t>• Design Ratings</a:t>
            </a:r>
            <a:br/>
            <a:r>
              <a:t>• Display Ratings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🖥️ Streamlit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Dashboard Features:</a:t>
            </a:r>
            <a:br/>
            <a:br/>
            <a:r>
              <a:t>✔ Dataset Preview</a:t>
            </a:r>
            <a:br/>
            <a:r>
              <a:t>✔ EDA Visualizations</a:t>
            </a:r>
            <a:br/>
            <a:r>
              <a:t>✔ Cluster Insights</a:t>
            </a:r>
            <a:br/>
            <a:r>
              <a:t>✔ Interactive Recommendation System</a:t>
            </a:r>
            <a:br/>
            <a:r>
              <a:t>✔ User-Friendly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🔥 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Premium mobiles received higher ratings</a:t>
            </a:r>
            <a:br/>
            <a:r>
              <a:t>• Customer sentiment impacts product success</a:t>
            </a:r>
            <a:br/>
            <a:r>
              <a:t>• Clustering identified meaningful market segments</a:t>
            </a:r>
            <a:br/>
            <a:r>
              <a:t>• Recommendation engine improved product discovery</a:t>
            </a:r>
            <a:br/>
            <a:r>
              <a:t>• Ratings strongly influence customer buying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✅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Successfully developed a machine learning-based mobile product segmentation and recommendation system using Python and Streamlit.</a:t>
            </a:r>
            <a:br/>
            <a:br/>
            <a:r>
              <a:t>The project demonstrated:</a:t>
            </a:r>
            <a:br/>
            <a:r>
              <a:t>• Data preprocessing</a:t>
            </a:r>
            <a:br/>
            <a:r>
              <a:t>• Clustering</a:t>
            </a:r>
            <a:br/>
            <a:r>
              <a:t>• Recommendation systems</a:t>
            </a:r>
            <a:br/>
            <a:r>
              <a:t>• Interactive dashboard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🚀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875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Deep Learning Recommendation Engine</a:t>
            </a:r>
            <a:br/>
            <a:r>
              <a:t>• SQL Database Integration</a:t>
            </a:r>
            <a:br/>
            <a:r>
              <a:t>• Real-time Product Analytics</a:t>
            </a:r>
            <a:br/>
            <a:r>
              <a:t>• Cloud Deployment</a:t>
            </a:r>
            <a:br/>
            <a:r>
              <a:t>• Advanced NLP Sentiment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50"/>
          </a:solidFill>
          <a:ln>
            <a:solidFill>
              <a:srgbClr val="0F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🙏 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8095" y="1417320"/>
            <a:ext cx="59779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sz="3200" dirty="0"/>
              <a:t>Thank </a:t>
            </a:r>
            <a:r>
              <a:rPr sz="3200" dirty="0" err="1"/>
              <a:t>Yo</a:t>
            </a:r>
            <a:r>
              <a:rPr lang="en-IN" sz="3200" dirty="0"/>
              <a:t>u for this Opportunity!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450</Words>
  <Application>Microsoft Office PowerPoint</Application>
  <PresentationFormat>On-screen Show (4:3)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Thaheer A</cp:lastModifiedBy>
  <cp:revision>3</cp:revision>
  <dcterms:created xsi:type="dcterms:W3CDTF">2013-01-27T09:14:16Z</dcterms:created>
  <dcterms:modified xsi:type="dcterms:W3CDTF">2026-05-27T14:21:11Z</dcterms:modified>
  <cp:category/>
</cp:coreProperties>
</file>